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uil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uil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95350" y="2295049"/>
            <a:ext cx="6206265" cy="1760696"/>
            <a:chOff x="895350" y="2295049"/>
            <a:chExt cx="6206265" cy="17606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9597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225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PROJECT DECK · LLM WIKI 2026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62062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LLM Wiki 知识管理平台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4517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面向企业运维团队的知识库 + RAG 智能问答平台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6780" y="3762375"/>
              <a:ext cx="53143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Flask 3 · Vue 3 · MySQL 8 · Redis · Milvus · LangChain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4266" y="5943600"/>
            <a:ext cx="10983468" cy="358711"/>
            <a:chOff x="604266" y="5943600"/>
            <a:chExt cx="10983468" cy="358711"/>
          </a:xfrm>
        </p:grpSpPr>
        <p:sp>
          <p:nvSpPr>
            <p:cNvPr id="8" name="Line 8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4266" y="6096952"/>
              <a:ext cx="2077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LLM-Wiki-Platform · 项目介绍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32865" y="609695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2026-08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330958" cy="738854"/>
            <a:chOff x="595122" y="501491"/>
            <a:chExt cx="233095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本次汇报框架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1218" y="1707832"/>
            <a:ext cx="1685430" cy="755571"/>
            <a:chOff x="601218" y="1707832"/>
            <a:chExt cx="1685430" cy="755571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707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5761" y="17321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8238" y="2051447"/>
              <a:ext cx="11484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知识沉淀的三处痛点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8238" y="2280047"/>
              <a:ext cx="89532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从检索走向问答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1218" y="2660332"/>
            <a:ext cx="1313663" cy="755571"/>
            <a:chOff x="601218" y="2660332"/>
            <a:chExt cx="1313663" cy="755571"/>
          </a:xfrm>
        </p:grpSpPr>
        <p:sp>
          <p:nvSpPr>
            <p:cNvPr id="11" name="TextBox 11"/>
            <p:cNvSpPr txBox="1"/>
            <p:nvPr/>
          </p:nvSpPr>
          <p:spPr>
            <a:xfrm>
              <a:off x="601218" y="2660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5761" y="26846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系统架构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8238" y="3003947"/>
              <a:ext cx="76878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四层单向依赖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238" y="3232547"/>
              <a:ext cx="76878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技术选型清单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1218" y="3612832"/>
            <a:ext cx="1432345" cy="755571"/>
            <a:chOff x="601218" y="3612832"/>
            <a:chExt cx="1432345" cy="755571"/>
          </a:xfrm>
        </p:grpSpPr>
        <p:sp>
          <p:nvSpPr>
            <p:cNvPr id="16" name="TextBox 16"/>
            <p:cNvSpPr txBox="1"/>
            <p:nvPr/>
          </p:nvSpPr>
          <p:spPr>
            <a:xfrm>
              <a:off x="601218" y="3612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5761" y="36371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8238" y="3956447"/>
              <a:ext cx="89532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文档全生命周期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8238" y="4185047"/>
              <a:ext cx="80507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 语义问答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1218" y="4565332"/>
            <a:ext cx="1539906" cy="755571"/>
            <a:chOff x="601218" y="4565332"/>
            <a:chExt cx="1539906" cy="755571"/>
          </a:xfrm>
        </p:grpSpPr>
        <p:sp>
          <p:nvSpPr>
            <p:cNvPr id="21" name="TextBox 21"/>
            <p:cNvSpPr txBox="1"/>
            <p:nvPr/>
          </p:nvSpPr>
          <p:spPr>
            <a:xfrm>
              <a:off x="601218" y="4565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5761" y="45896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数据与接口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8238" y="4908947"/>
              <a:ext cx="10028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9 张表的领域模型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8238" y="5137547"/>
              <a:ext cx="9722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30 个 REST 接口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68618" y="1707832"/>
            <a:ext cx="1413363" cy="755571"/>
            <a:chOff x="6468618" y="1707832"/>
            <a:chExt cx="1413363" cy="755571"/>
          </a:xfrm>
        </p:grpSpPr>
        <p:sp>
          <p:nvSpPr>
            <p:cNvPr id="26" name="TextBox 26"/>
            <p:cNvSpPr txBox="1"/>
            <p:nvPr/>
          </p:nvSpPr>
          <p:spPr>
            <a:xfrm>
              <a:off x="6468618" y="1707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03161" y="17321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前端体验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05638" y="2051447"/>
              <a:ext cx="8763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9 个视图与路由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05638" y="2280047"/>
              <a:ext cx="76878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暗色主题体系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68618" y="2660332"/>
            <a:ext cx="1504823" cy="755571"/>
            <a:chOff x="6468618" y="2660332"/>
            <a:chExt cx="1504823" cy="755571"/>
          </a:xfrm>
        </p:grpSpPr>
        <p:sp>
          <p:nvSpPr>
            <p:cNvPr id="31" name="TextBox 31"/>
            <p:cNvSpPr txBox="1"/>
            <p:nvPr/>
          </p:nvSpPr>
          <p:spPr>
            <a:xfrm>
              <a:off x="6468618" y="2660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03161" y="26846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安全与治理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05638" y="3003947"/>
              <a:ext cx="96552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JWT 双令牌鉴权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05638" y="3232547"/>
              <a:ext cx="89532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限流与角色体系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68618" y="3612832"/>
            <a:ext cx="1558887" cy="755571"/>
            <a:chOff x="6468618" y="3612832"/>
            <a:chExt cx="1558887" cy="755571"/>
          </a:xfrm>
        </p:grpSpPr>
        <p:sp>
          <p:nvSpPr>
            <p:cNvPr id="36" name="TextBox 36"/>
            <p:cNvSpPr txBox="1"/>
            <p:nvPr/>
          </p:nvSpPr>
          <p:spPr>
            <a:xfrm>
              <a:off x="6468618" y="3612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03161" y="36371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部署与验证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05638" y="3956447"/>
              <a:ext cx="102186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一键启动与容器化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05638" y="4185047"/>
              <a:ext cx="102186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运行实例实测数据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468618" y="4565332"/>
            <a:ext cx="1432345" cy="755571"/>
            <a:chOff x="6468618" y="4565332"/>
            <a:chExt cx="1432345" cy="755571"/>
          </a:xfrm>
        </p:grpSpPr>
        <p:sp>
          <p:nvSpPr>
            <p:cNvPr id="41" name="TextBox 41"/>
            <p:cNvSpPr txBox="1"/>
            <p:nvPr/>
          </p:nvSpPr>
          <p:spPr>
            <a:xfrm>
              <a:off x="6468618" y="4565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03161" y="45896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总结展望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05638" y="4908947"/>
              <a:ext cx="89532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已交付能力清单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05638" y="5137547"/>
              <a:ext cx="89532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下一步演进方向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6" name="TextBox 46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20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481959" cy="738854"/>
            <a:chOff x="595122" y="501491"/>
            <a:chExt cx="348195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背景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4819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为什么要做这个平台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知识无处沉淀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排障经验散落工单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复盘记录分散各处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人员交接即断档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关键词检索弱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同义词难以召回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只匹配字面重合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长文档难以定位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有资料无答案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返回一堆候选链接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仍需人工通读归纳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缺少可追溯来源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把「存文档」升级为「问得准」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5551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向量召回 + LLM 生成 + 来源可追溯：让沉淀下来的知识，真正被问出来。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20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330958" cy="738854"/>
            <a:chOff x="595122" y="501491"/>
            <a:chExt cx="233095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架构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总体分层架构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623697" y="1933099"/>
            <a:ext cx="10615803" cy="4226004"/>
            <a:chOff x="623697" y="1933099"/>
            <a:chExt cx="10615803" cy="4226004"/>
          </a:xfrm>
        </p:grpSpPr>
        <p:sp>
          <p:nvSpPr>
            <p:cNvPr id="6" name="TextBox 6"/>
            <p:cNvSpPr txBox="1"/>
            <p:nvPr/>
          </p:nvSpPr>
          <p:spPr>
            <a:xfrm>
              <a:off x="623697" y="1933099"/>
              <a:ext cx="34943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分层依赖自上而下单向调用，写路径统一收口在 Service 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2209800"/>
              <a:ext cx="10287000" cy="5334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2209800"/>
              <a:ext cx="10287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738160" y="2344579"/>
              <a:ext cx="27156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表现层 · Vue 3 + TypeScript + Vite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44499" y="2539556"/>
              <a:ext cx="25030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Element Plus · Pinia · Vue Router 4 · Axios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2762250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6063615" y="29117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52500" y="3028950"/>
              <a:ext cx="10287000" cy="5334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52500" y="3028950"/>
              <a:ext cx="10287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47539" y="3163729"/>
              <a:ext cx="26969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接口层 · Flask 3 Blueprint /api/v1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44062" y="3358706"/>
              <a:ext cx="25038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JWT 鉴权 · CORS 跨域 · Flask-Limiter 限流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0" y="3581400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6063615" y="36737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52500" y="3790950"/>
              <a:ext cx="2428875" cy="9525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52500" y="3790950"/>
              <a:ext cx="2428875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697389" y="3965416"/>
              <a:ext cx="9390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AuthService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59369" y="4239768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登录 · 注册 · 刷新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59280" y="4500118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双令牌签发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571875" y="3790950"/>
              <a:ext cx="2428875" cy="9525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571875" y="3790950"/>
              <a:ext cx="2428875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26615" y="3965416"/>
              <a:ext cx="13193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DocumentService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91889" y="4239768"/>
              <a:ext cx="9888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文档 CRUD · 版本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57497" y="4500118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驱动向量写路径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191250" y="3790950"/>
              <a:ext cx="2428875" cy="9525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191250" y="3790950"/>
              <a:ext cx="2428875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04787" y="3965416"/>
              <a:ext cx="8018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QAService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88943" y="4239768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提问 · 历史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8030" y="4500118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反馈与留痕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810625" y="3790950"/>
              <a:ext cx="2428875" cy="9525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810625" y="3790950"/>
              <a:ext cx="2428875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660455" y="3965416"/>
              <a:ext cx="7292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AIService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17494" y="4239768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嵌入 · 检索 · 生成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32264" y="4500118"/>
              <a:ext cx="5855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LCEL 编排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096000" y="4762500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6063615" y="48548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52500" y="4972050"/>
              <a:ext cx="2428875" cy="9525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52500" y="4972050"/>
              <a:ext cx="2428875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739243" y="5146516"/>
              <a:ext cx="855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MySQL 8.0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68367" y="5420868"/>
              <a:ext cx="5971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9 张业务表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62772" y="5681218"/>
              <a:ext cx="1008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SQLAlchemy ORM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571875" y="4972050"/>
              <a:ext cx="2428875" cy="9525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3571875" y="4972050"/>
              <a:ext cx="2428875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512421" y="5146516"/>
              <a:ext cx="547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Redis 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278744" y="5420868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缓存 · 会话 · 队列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374899" y="5681218"/>
              <a:ext cx="8228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Celery Broker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191250" y="4972050"/>
              <a:ext cx="2428875" cy="9525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191250" y="4972050"/>
              <a:ext cx="2428875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04451" y="5146516"/>
              <a:ext cx="8024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Milvus 3.0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22351" y="5420868"/>
              <a:ext cx="9666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wiki_embeddings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98030" y="5681218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远程向量库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810625" y="4972050"/>
              <a:ext cx="2428875" cy="9525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810625" y="4972050"/>
              <a:ext cx="2428875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680219" y="5146516"/>
              <a:ext cx="6896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LLM 网关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05289" y="5420868"/>
              <a:ext cx="6395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gpt-5-mini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549984" y="5681218"/>
              <a:ext cx="950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OpenAI 兼容接口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3888" y="5975747"/>
              <a:ext cx="546984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文档落库的同时触发向量写入与清理，钩子集中在 document_service.py:98 / 165-166 / 193。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3" name="TextBox 63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20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后端技术栈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8020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Web 框架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78881"/>
              <a:ext cx="8577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Flask 3.0.0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726531"/>
              <a:ext cx="15933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Flask-RESTful 0.3.10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74181"/>
              <a:ext cx="1202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蓝图前缀 /api/v1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数据访问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78881"/>
              <a:ext cx="1568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SQLAlchemy ≥ 2.0.31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726531"/>
              <a:ext cx="18164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Flask-SQLAlchemy 3.1.1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74181"/>
              <a:ext cx="11565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PyMySQL 1.1.0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身份认证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78881"/>
              <a:ext cx="1990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Flask-JWT-Extended 4.6.0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726531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访问令牌 3600 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74181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刷新令牌 30 天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810000"/>
            <a:ext cx="3429000" cy="2000250"/>
            <a:chOff x="609600" y="3810000"/>
            <a:chExt cx="34290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1342" y="40833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缓存与队列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485" y="4669631"/>
              <a:ext cx="8577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Redis 5.0.1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485" y="4917281"/>
              <a:ext cx="939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Celery 5.3.6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485" y="5164931"/>
              <a:ext cx="14801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Flask-Limiter 3.5.0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381500" y="3810000"/>
            <a:ext cx="3429000" cy="2000250"/>
            <a:chOff x="4381500" y="3810000"/>
            <a:chExt cx="3429000" cy="2000250"/>
          </a:xfrm>
        </p:grpSpPr>
        <p:sp>
          <p:nvSpPr>
            <p:cNvPr id="34" name="Rectangle 34"/>
            <p:cNvSpPr/>
            <p:nvPr/>
          </p:nvSpPr>
          <p:spPr>
            <a:xfrm>
              <a:off x="43815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3815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03242" y="4083368"/>
              <a:ext cx="629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编排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04385" y="4669631"/>
              <a:ext cx="1324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LangChain ≥ 1.0.0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4385" y="4917281"/>
              <a:ext cx="1225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langchain-openai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4385" y="5164931"/>
              <a:ext cx="12062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LCEL 表达式管道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53400" y="3810000"/>
            <a:ext cx="3429000" cy="2000250"/>
            <a:chOff x="8153400" y="3810000"/>
            <a:chExt cx="3429000" cy="2000250"/>
          </a:xfrm>
        </p:grpSpPr>
        <p:sp>
          <p:nvSpPr>
            <p:cNvPr id="41" name="Rectangle 41"/>
            <p:cNvSpPr/>
            <p:nvPr/>
          </p:nvSpPr>
          <p:spPr>
            <a:xfrm>
              <a:off x="81534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534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75142" y="4083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向量检索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6285" y="4669631"/>
              <a:ext cx="1639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langchain-milvus ≥ 0.3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6285" y="491728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pymilvus 2.6.x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76285" y="5164931"/>
              <a:ext cx="1267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Milvus 3.0 服务端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20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前端技术栈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框架与语言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184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Vue 3 组合式 API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9415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TypeScript 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791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Vite 4 构建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821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UI 与状态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230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Element Plus 2.4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0101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Pinia 状态管理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046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SCSS 设计令牌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通信与渲染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895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Axios 拦截器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293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Vue Router 4 守卫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2930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markdown-it 渲染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3838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暗色主题：设计令牌 + 组件库变量覆写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6518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全站色值收敛到 variables.scss 设计令牌，并对 Element Plus 的 --el-* 变量统一覆写。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20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481959" cy="738854"/>
            <a:chOff x="595122" y="501491"/>
            <a:chExt cx="348195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写链路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4819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文档向量化写入管道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623697" y="1933099"/>
            <a:ext cx="10615803" cy="3419951"/>
            <a:chOff x="623697" y="1933099"/>
            <a:chExt cx="10615803" cy="3419951"/>
          </a:xfrm>
        </p:grpSpPr>
        <p:sp>
          <p:nvSpPr>
            <p:cNvPr id="6" name="TextBox 6"/>
            <p:cNvSpPr txBox="1"/>
            <p:nvPr/>
          </p:nvSpPr>
          <p:spPr>
            <a:xfrm>
              <a:off x="623697" y="1933099"/>
              <a:ext cx="34796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新建 / 更新 / 删除三条写路径，最终汇入同一条向量化管道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2343150"/>
              <a:ext cx="1866900" cy="1066800"/>
            </a:xfrm>
            <a:prstGeom prst="roundRect">
              <a:avLst>
                <a:gd name="adj" fmla="val 2679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2343150"/>
              <a:ext cx="18669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11403" y="253666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接口触发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35887" y="2849118"/>
              <a:ext cx="700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/documents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3510" y="3147568"/>
              <a:ext cx="12448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POST · PUT · DELETE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057525" y="2343150"/>
              <a:ext cx="1866900" cy="1066800"/>
            </a:xfrm>
            <a:prstGeom prst="roundRect">
              <a:avLst>
                <a:gd name="adj" fmla="val 2679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057525" y="2343150"/>
              <a:ext cx="18669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541041" y="2536666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清理旧向量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62204" y="2849118"/>
              <a:ext cx="10575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remove_document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56102" y="3147568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_embeddings()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162550" y="2343150"/>
              <a:ext cx="1866900" cy="1066800"/>
            </a:xfrm>
            <a:prstGeom prst="roundRect">
              <a:avLst>
                <a:gd name="adj" fmla="val 2679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162550" y="2343150"/>
              <a:ext cx="18669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721453" y="253666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递归分块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21750" y="2849118"/>
              <a:ext cx="9485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chunk_size 1000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55024" y="3147568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overlap 200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267575" y="2343150"/>
              <a:ext cx="1866900" cy="1066800"/>
            </a:xfrm>
            <a:prstGeom prst="roundRect">
              <a:avLst>
                <a:gd name="adj" fmla="val 2679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267575" y="2343150"/>
              <a:ext cx="18669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751091" y="2536666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文本向量化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32833" y="2849118"/>
              <a:ext cx="9363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text-embedding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47889" y="3147568"/>
              <a:ext cx="5062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-3-small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372600" y="2343150"/>
              <a:ext cx="1866900" cy="1066800"/>
            </a:xfrm>
            <a:prstGeom prst="roundRect">
              <a:avLst>
                <a:gd name="adj" fmla="val 2679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372600" y="2343150"/>
              <a:ext cx="18669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931503" y="253666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⑤ 写入集合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89395" y="2849118"/>
              <a:ext cx="10333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add_documents()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22713" y="3147568"/>
              <a:ext cx="9666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wiki_embeddings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2819400" y="28765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2978468" y="28441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4924425" y="28765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5083492" y="28441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7029450" y="28765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7188518" y="28441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9134475" y="28765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9293542" y="28441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6096000" y="3790950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6063615" y="41119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52500" y="4191000"/>
              <a:ext cx="10287000" cy="1162050"/>
            </a:xfrm>
            <a:prstGeom prst="roundRect">
              <a:avLst>
                <a:gd name="adj" fmla="val 2459"/>
              </a:avLst>
            </a:prstGeom>
            <a:noFill/>
            <a:ln w="11430">
              <a:solidFill>
                <a:srgbClr val="999999"/>
              </a:solidFill>
              <a:custDash>
                <a:ds d="500000" sp="333333"/>
              </a:custDash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95197" y="4352449"/>
              <a:ext cx="22421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触发时机（document_service.py）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200150" y="4610100"/>
              <a:ext cx="3143250" cy="590550"/>
            </a:xfrm>
            <a:prstGeom prst="roundRect">
              <a:avLst>
                <a:gd name="adj" fmla="val 4839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200150" y="4610100"/>
              <a:ext cx="31432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413064" y="472890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新建并发布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477580" y="4880277"/>
              <a:ext cx="58839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落库后立即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535466" y="5019977"/>
              <a:ext cx="47261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生成向量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581525" y="4610100"/>
              <a:ext cx="3143250" cy="590550"/>
            </a:xfrm>
            <a:prstGeom prst="roundRect">
              <a:avLst>
                <a:gd name="adj" fmla="val 4839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4581525" y="4610100"/>
              <a:ext cx="31432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794438" y="472890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更新内容时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858954" y="4880277"/>
              <a:ext cx="58839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先删旧向量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58954" y="5019977"/>
              <a:ext cx="58839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再重新写入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962900" y="4610100"/>
              <a:ext cx="3143250" cy="590550"/>
            </a:xfrm>
            <a:prstGeom prst="roundRect">
              <a:avLst>
                <a:gd name="adj" fmla="val 4839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962900" y="4610100"/>
              <a:ext cx="31432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75814" y="472890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删除文档时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98216" y="4880277"/>
              <a:ext cx="47261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同步清理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98216" y="5019977"/>
              <a:ext cx="47261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避免孤儿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0" name="TextBox 60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20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291284" cy="738854"/>
            <a:chOff x="595122" y="501491"/>
            <a:chExt cx="329128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读链路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29128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RAG 语义问答链路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623697" y="1933099"/>
            <a:ext cx="10615803" cy="4226004"/>
            <a:chOff x="623697" y="1933099"/>
            <a:chExt cx="10615803" cy="4226004"/>
          </a:xfrm>
        </p:grpSpPr>
        <p:sp>
          <p:nvSpPr>
            <p:cNvPr id="6" name="TextBox 6"/>
            <p:cNvSpPr txBox="1"/>
            <p:nvPr/>
          </p:nvSpPr>
          <p:spPr>
            <a:xfrm>
              <a:off x="623697" y="1933099"/>
              <a:ext cx="3599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用户提问 → 向量召回 → 上下文拼接 → LLM 生成 → 留痕返回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2286000"/>
              <a:ext cx="2400300" cy="7239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2286000"/>
              <a:ext cx="24003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78103" y="246840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用户提问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4060" y="2758630"/>
              <a:ext cx="9771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QAChatView.vue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581400" y="2286000"/>
              <a:ext cx="2400300" cy="7239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581400" y="2286000"/>
              <a:ext cx="24003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31616" y="246840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查询向量化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4984" y="2758630"/>
              <a:ext cx="14331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text-embedding-3-small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10300" y="2286000"/>
              <a:ext cx="2400300" cy="7239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10300" y="2286000"/>
              <a:ext cx="24003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32246" y="2468404"/>
              <a:ext cx="9564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Top-K 召回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24263" y="2758630"/>
              <a:ext cx="17723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similarity_search_with_score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839200" y="2286000"/>
              <a:ext cx="2400300" cy="7239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839200" y="2286000"/>
              <a:ext cx="24003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589416" y="246840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上下文拼接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565100" y="2758630"/>
              <a:ext cx="9485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build_context()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352800" y="26479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3502342" y="26155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5981700" y="26479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6131242" y="26155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8610600" y="26479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8760142" y="26155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10039350" y="3028950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10006965" y="36928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52500" y="3810000"/>
              <a:ext cx="2400300" cy="7239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952500" y="3810000"/>
              <a:ext cx="24003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687073" y="3992404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⑧ 答案 + 来源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75371" y="4282630"/>
              <a:ext cx="9545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写入 qa_records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581400" y="3810000"/>
              <a:ext cx="2400300" cy="7239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581400" y="3810000"/>
              <a:ext cx="24003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407003" y="399240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⑦ 结果解析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59100" y="4282630"/>
              <a:ext cx="1044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StrOutputParser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10300" y="3810000"/>
              <a:ext cx="2400300" cy="7239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10300" y="3810000"/>
              <a:ext cx="24003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94515" y="3992404"/>
              <a:ext cx="831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⑥ LLM 生成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90677" y="4282630"/>
              <a:ext cx="6395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gpt-5-mini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839200" y="3810000"/>
              <a:ext cx="2400300" cy="7239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839200" y="3810000"/>
              <a:ext cx="24003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89416" y="399240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⑤ 提示词拼装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10534" y="428263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内置反幻觉约束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8696325" y="41719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14287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8610600" y="41395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0" y="32385"/>
                  </a:moveTo>
                  <a:lnTo>
                    <a:pt x="79057" y="0"/>
                  </a:lnTo>
                  <a:lnTo>
                    <a:pt x="79057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6067425" y="41719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14287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5981700" y="41395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0" y="32385"/>
                  </a:moveTo>
                  <a:lnTo>
                    <a:pt x="79057" y="0"/>
                  </a:lnTo>
                  <a:lnTo>
                    <a:pt x="79057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3438525" y="41719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14287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3352800" y="41395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0" y="32385"/>
                  </a:moveTo>
                  <a:lnTo>
                    <a:pt x="79058" y="0"/>
                  </a:lnTo>
                  <a:lnTo>
                    <a:pt x="79058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3888" y="5975747"/>
              <a:ext cx="624347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Top-K 默认 5（ai_service.py:72）；上下文不足时要求模型声明不知道，禁止编造（ai_service.py:108）。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5" name="TextBox 55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20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166805" cy="738854"/>
            <a:chOff x="595122" y="501491"/>
            <a:chExt cx="416680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对比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16680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关键词检索 vs 语义检索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关键词检索（现已实现）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1623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136106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实现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 xml:space="preserve"> title / content ilike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45995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命中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字面包含才算命中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3783806"/>
              <a:ext cx="1436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筛选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分类 + 标签过滤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935" y="41076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上限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单次最多返回 50 条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4457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3935" y="4431506"/>
              <a:ext cx="1428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输出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文档列表 JSON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20" name="Rectangle 20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46342" y="18926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语义检索（向量召回）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31623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3136106"/>
              <a:ext cx="1621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实现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Milvus 相似度检索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45995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命中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语义相近即可召回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3783806"/>
              <a:ext cx="1338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粒度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1000 字符分块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4107656"/>
              <a:ext cx="1607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结果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Top-K 片段与分数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4457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4431506"/>
              <a:ext cx="16591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输出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LLM 归纳并附来源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20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330958" cy="738854"/>
            <a:chOff x="595122" y="501491"/>
            <a:chExt cx="233095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能力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文档管理能力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编辑与组织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089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Markdown 正文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多级分类树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标签多对多关联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生命周期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草稿 / 发布 / 归档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公开 / 私有 / 部门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置顶 · 精选开关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版本与软删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历史版本独立表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变更说明留痕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deleted_at 软删除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49956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同一条写路径：发布建向量 · 更新重建 · 删除清理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6797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生命周期钩子集中在 document_service.py：98（新建）/ 165-166（更新）/ 193（删除）。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330958" cy="738854"/>
            <a:chOff x="595122" y="501491"/>
            <a:chExt cx="233095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能力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智能问答能力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生成链路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046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LCEL 管道编排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204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PromptTemplate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2998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StrOutputParser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模型配置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795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gpt-5-mini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247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temperature 0.7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247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max_tokens 2000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留痕与反馈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写入 qa_records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记录响应毫秒数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有用 / 无用反馈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答不准就明说不知道，不允许编造答案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7418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提示词内置反幻觉约束并要求尽量引用来源（ai_service.py:107-116）；答案经 markdown-it 渲染。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治理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权限与安全治理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角色体系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admin / editor / viewer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启动保证默认管理员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密码哈希存储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状态控制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active / inactive / locked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315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非 active 禁止登录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038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记录 IP 与时间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审计能力（待接入）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audit_logs 模型已定义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动作 · 资源 · 耗时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写入钩子尚未接入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40670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认证用 JWT，授权看角色，接口侧限流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6296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Flask-Limiter 按来源 IP 限流；前端 beforeEach 守卫统一校验登录态后再放行路由。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20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08049" cy="738854"/>
            <a:chOff x="595122" y="501491"/>
            <a:chExt cx="420804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数据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0804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领域数据模型（9 张表）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623697" y="1933099"/>
            <a:ext cx="10615803" cy="3406854"/>
            <a:chOff x="623697" y="1933099"/>
            <a:chExt cx="10615803" cy="3406854"/>
          </a:xfrm>
        </p:grpSpPr>
        <p:sp>
          <p:nvSpPr>
            <p:cNvPr id="6" name="TextBox 6"/>
            <p:cNvSpPr txBox="1"/>
            <p:nvPr/>
          </p:nvSpPr>
          <p:spPr>
            <a:xfrm>
              <a:off x="623697" y="1933099"/>
              <a:ext cx="50231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9 张表由 db.create_all() 建立，文档与用户采用 deleted_at 软删除（run.py:10）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2209800"/>
              <a:ext cx="3238500" cy="2533650"/>
            </a:xfrm>
            <a:prstGeom prst="roundRect">
              <a:avLst>
                <a:gd name="adj" fmla="val 1128"/>
              </a:avLst>
            </a:prstGeom>
            <a:solidFill>
              <a:srgbClr val="F5F5F5"/>
            </a:solidFill>
            <a:ln w="9525">
              <a:solidFill>
                <a:srgbClr val="DDDDDD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220980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6904" y="24041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文档核心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43000" y="2762250"/>
              <a:ext cx="2857500" cy="609600"/>
            </a:xfrm>
            <a:prstGeom prst="roundRect">
              <a:avLst>
                <a:gd name="adj" fmla="val 4688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143000" y="276225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58379" y="2916079"/>
              <a:ext cx="826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documents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28642" y="3151489"/>
              <a:ext cx="108621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主键 · 状态 · 可见性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43000" y="3467100"/>
              <a:ext cx="2857500" cy="609600"/>
            </a:xfrm>
            <a:prstGeom prst="roundRect">
              <a:avLst>
                <a:gd name="adj" fmla="val 4688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43000" y="346710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29879" y="3620929"/>
              <a:ext cx="14837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document_versions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03895" y="3856339"/>
              <a:ext cx="9357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版本号与变更说明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143000" y="4171950"/>
              <a:ext cx="2857500" cy="609600"/>
            </a:xfrm>
            <a:prstGeom prst="roundRect">
              <a:avLst>
                <a:gd name="adj" fmla="val 4688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43000" y="417195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84234" y="4325779"/>
              <a:ext cx="11750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document_tags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61781" y="4561189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标签多对多关联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76750" y="2209800"/>
              <a:ext cx="3238500" cy="2533650"/>
            </a:xfrm>
            <a:prstGeom prst="roundRect">
              <a:avLst>
                <a:gd name="adj" fmla="val 1128"/>
              </a:avLst>
            </a:prstGeom>
            <a:solidFill>
              <a:srgbClr val="F5F5F5"/>
            </a:solidFill>
            <a:ln w="9525">
              <a:solidFill>
                <a:srgbClr val="DDDDDD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476750" y="220980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61154" y="24041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组织结构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667250" y="2762250"/>
              <a:ext cx="2857500" cy="609600"/>
            </a:xfrm>
            <a:prstGeom prst="roundRect">
              <a:avLst>
                <a:gd name="adj" fmla="val 4688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76225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72604" y="2916079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users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03980" y="3151489"/>
              <a:ext cx="158404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角色 admin / editor / viewer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67250" y="3467100"/>
              <a:ext cx="2857500" cy="609600"/>
            </a:xfrm>
            <a:prstGeom prst="roundRect">
              <a:avLst>
                <a:gd name="adj" fmla="val 4688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667250" y="346710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74713" y="3620929"/>
              <a:ext cx="842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categories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86031" y="3856339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多级 parent_id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667250" y="4171950"/>
              <a:ext cx="2857500" cy="609600"/>
            </a:xfrm>
            <a:prstGeom prst="roundRect">
              <a:avLst>
                <a:gd name="adj" fmla="val 4688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667250" y="417195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16141" y="432577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tags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61575" y="4561189"/>
              <a:ext cx="106885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名称唯一 · 使用计数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001000" y="2209800"/>
              <a:ext cx="3238500" cy="2533650"/>
            </a:xfrm>
            <a:prstGeom prst="roundRect">
              <a:avLst>
                <a:gd name="adj" fmla="val 1128"/>
              </a:avLst>
            </a:prstGeom>
            <a:solidFill>
              <a:srgbClr val="F5F5F5"/>
            </a:solidFill>
            <a:ln w="9525">
              <a:solidFill>
                <a:srgbClr val="DDDDDD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001000" y="220980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185404" y="24041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运行治理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91500" y="2762250"/>
              <a:ext cx="2857500" cy="609600"/>
            </a:xfrm>
            <a:prstGeom prst="roundRect">
              <a:avLst>
                <a:gd name="adj" fmla="val 4688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191500" y="276225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34584" y="2916079"/>
              <a:ext cx="7713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comments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10281" y="3151489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评论与楼中回复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0" y="3467100"/>
              <a:ext cx="2857500" cy="609600"/>
            </a:xfrm>
            <a:prstGeom prst="roundRect">
              <a:avLst>
                <a:gd name="adj" fmla="val 4688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191500" y="346710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179174" y="3620929"/>
              <a:ext cx="882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qa_records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01598" y="3856339"/>
              <a:ext cx="83730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问答留痕 · 反馈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191500" y="4171950"/>
              <a:ext cx="2857500" cy="609600"/>
            </a:xfrm>
            <a:prstGeom prst="roundRect">
              <a:avLst>
                <a:gd name="adj" fmla="val 4688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191500" y="417195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18752" y="4325779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audit_logs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94508" y="4561189"/>
              <a:ext cx="10514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审计模型（待接入）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487162" y="5156597"/>
              <a:ext cx="521767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取值参照 document.py:12-198 与 qa.py:5-77；关系均由 SQLAlchemy relationship 描述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4" name="TextBox 54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20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65155" cy="738854"/>
            <a:chOff x="595122" y="501491"/>
            <a:chExt cx="546515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接口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6515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REST 接口清单（合计 30 个）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3636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主要接口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209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2276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能力说明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847" y="2209324"/>
              <a:ext cx="6035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认证 auth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2309" y="2209324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/auth/login · register · refresh · me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00219" y="2209324"/>
              <a:ext cx="734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POST / GET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40532" y="2209324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登录注册、续签与当前用户，共 4 个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2543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0847" y="2752249"/>
              <a:ext cx="992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文档 documents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72866" y="2752249"/>
              <a:ext cx="19030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/documents · /&lt;id&gt; · /search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94912" y="2752249"/>
              <a:ext cx="17453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GET / POST / PUT / DELETE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06495" y="275224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列表详情增删改查与检索，共 6 个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086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847" y="3295174"/>
              <a:ext cx="4584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问答 qa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86059" y="3295174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/qa/ask · history · feedback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00219" y="3295174"/>
              <a:ext cx="734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POST / GET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04387" y="3295174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提问、历史与反馈，共 3 个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36290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3847624"/>
              <a:ext cx="6761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用户 users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10201" y="3847624"/>
              <a:ext cx="2028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/users · /&lt;id&gt; · /users/profile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42338" y="3847624"/>
              <a:ext cx="12505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GET / PUT / DELETE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70351" y="3847624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用户与资料管理，共 6 个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09600" y="4171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0847" y="4390549"/>
              <a:ext cx="1005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分类 categories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96089" y="4390549"/>
              <a:ext cx="1256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/categories · /&lt;id&gt;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94912" y="4390549"/>
              <a:ext cx="17453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GET / POST / PUT / DELETE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36314" y="4390549"/>
              <a:ext cx="134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多级分类维护，共 5 个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09600" y="4714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0847" y="4933474"/>
              <a:ext cx="6035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标签 tags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97279" y="4933474"/>
              <a:ext cx="8542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/tags · /&lt;id&gt;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94912" y="4933474"/>
              <a:ext cx="17453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GET / POST / PUT / DELETE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68242" y="4933474"/>
              <a:ext cx="10851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标签维护，共 5 个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09600" y="5257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0847" y="5476399"/>
              <a:ext cx="6761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统计 stats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01766" y="5476399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/stats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47646" y="5476399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GET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36314" y="5476399"/>
              <a:ext cx="134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首页聚合数据，共 1 个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9" name="TextBox 49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20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前端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页面与路由结构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浏览类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首页 / 文档列表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036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文档详情 / 404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问答历史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创作类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创建文档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编辑文档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4387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详情 Markdown 渲染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会话类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78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登录 / 注册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凭证本地持久化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401 自动登出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3666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9 个视图挂在一条 MainLayout 之下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5714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首页 / 文档 / 问答三组子路由共用一个布局容器，未登录统一重定向至登录页。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20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098292" cy="738854"/>
            <a:chOff x="595122" y="501491"/>
            <a:chExt cx="309829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鉴权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双令牌与会话恢复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623697" y="1933099"/>
            <a:ext cx="10615803" cy="4226004"/>
            <a:chOff x="623697" y="1933099"/>
            <a:chExt cx="10615803" cy="4226004"/>
          </a:xfrm>
        </p:grpSpPr>
        <p:sp>
          <p:nvSpPr>
            <p:cNvPr id="6" name="TextBox 6"/>
            <p:cNvSpPr txBox="1"/>
            <p:nvPr/>
          </p:nvSpPr>
          <p:spPr>
            <a:xfrm>
              <a:off x="623697" y="1933099"/>
              <a:ext cx="31959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双令牌 + 本地持久化：刷新浏览器不再被强制重新登录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2286000"/>
              <a:ext cx="3238500" cy="85725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228600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197203" y="2444591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用户登录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58506" y="2687193"/>
              <a:ext cx="10264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POST /auth/login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24850" y="2915793"/>
              <a:ext cx="12938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签发 access + refresh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76750" y="2286000"/>
              <a:ext cx="3238500" cy="85725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76750" y="228600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46066" y="2444591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本地持久化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84212" y="2687193"/>
              <a:ext cx="12235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getToken / setToken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28590" y="2915793"/>
              <a:ext cx="13348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user 写入 localStorage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01000" y="2286000"/>
              <a:ext cx="3238500" cy="85725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001000" y="228600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45703" y="2444591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刷新页面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47851" y="2687193"/>
              <a:ext cx="11447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App.vue onMounted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30856" y="2915793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主动拉取当前用户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191000" y="271462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4397692" y="26822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7715250" y="271462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7921942" y="26822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6" name="Polyline 26"/>
            <p:cNvSpPr/>
            <p:nvPr/>
          </p:nvSpPr>
          <p:spPr>
            <a:xfrm>
              <a:off x="2571750" y="3143250"/>
              <a:ext cx="7048500" cy="819150"/>
            </a:xfrm>
            <a:custGeom>
              <a:avLst/>
              <a:gdLst/>
              <a:ahLst/>
              <a:cxnLst/>
              <a:rect l="l" t="t" r="r" b="b"/>
              <a:pathLst>
                <a:path w="7048500" h="819150">
                  <a:moveTo>
                    <a:pt x="7048500" y="0"/>
                  </a:moveTo>
                  <a:lnTo>
                    <a:pt x="7048500" y="457200"/>
                  </a:lnTo>
                  <a:lnTo>
                    <a:pt x="0" y="457200"/>
                  </a:lnTo>
                  <a:lnTo>
                    <a:pt x="0" y="81915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2539365" y="38833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52500" y="4000500"/>
              <a:ext cx="3238500" cy="85725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52500" y="400050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197203" y="4159091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令牌校验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62708" y="4401693"/>
              <a:ext cx="8180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GET /auth/me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03514" y="4630293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回填用户信息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76750" y="4000500"/>
              <a:ext cx="3238500" cy="85725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76750" y="400050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21453" y="4159091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⑤ 状态恢复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61470" y="4401693"/>
              <a:ext cx="8690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Pinia 写入 user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80121" y="4630293"/>
              <a:ext cx="12317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isAuthenticated 为真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01000" y="4000500"/>
              <a:ext cx="3238500" cy="85725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001000" y="400050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45703" y="4159091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⑥ 路由放行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40297" y="4401693"/>
              <a:ext cx="9599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beforeEach 守卫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55042" y="4630293"/>
              <a:ext cx="7304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401 则跳登录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4191000" y="442912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4397692" y="43967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7715250" y="442912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7921942" y="4396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3888" y="5975747"/>
              <a:ext cx="532407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请求拦截器统一附加 Bearer 令牌；401 响应清除凭证并跳转登录（api/index.ts:15 / 40）。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9" name="TextBox 49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20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工程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工程化落地路径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14997" y="3188018"/>
            <a:ext cx="10529735" cy="1247393"/>
            <a:chOff x="814997" y="3188018"/>
            <a:chExt cx="10529735" cy="1247393"/>
          </a:xfrm>
        </p:grpSpPr>
        <p:sp>
          <p:nvSpPr>
            <p:cNvPr id="6" name="Line 6"/>
            <p:cNvSpPr/>
            <p:nvPr/>
          </p:nvSpPr>
          <p:spPr>
            <a:xfrm>
              <a:off x="1371600" y="3810000"/>
              <a:ext cx="9448800" cy="9525"/>
            </a:xfrm>
            <a:custGeom>
              <a:avLst/>
              <a:gdLst/>
              <a:ahLst/>
              <a:cxnLst/>
              <a:rect l="l" t="t" r="r" b="b"/>
              <a:pathLst>
                <a:path w="9448800" h="9525">
                  <a:moveTo>
                    <a:pt x="0" y="0"/>
                  </a:moveTo>
                  <a:lnTo>
                    <a:pt x="9448800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2858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1036" y="3188018"/>
              <a:ext cx="721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脚手架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232" y="4020502"/>
              <a:ext cx="982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Flask 应用工厂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4997" y="4230052"/>
              <a:ext cx="11132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create_app 装配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6480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282368" y="318801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领域建模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40151" y="4020502"/>
              <a:ext cx="787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9 张表 ORM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04413" y="42300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关系与软删除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0102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35436" y="3188018"/>
              <a:ext cx="721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接口层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77214" y="4020502"/>
              <a:ext cx="837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7 个蓝图模块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52999" y="4230052"/>
              <a:ext cx="10860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30 个 REST 接口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3724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06768" y="318801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前端成型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9414" y="4020502"/>
              <a:ext cx="837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9 个视图路由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28813" y="42300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暗色主题统一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107346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68968" y="318801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⑤ 智能链路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36952" y="4020502"/>
              <a:ext cx="7668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Milvus 接入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96068" y="4230052"/>
              <a:ext cx="1048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RAG 端到端跑通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5715000"/>
            <a:ext cx="10972800" cy="571500"/>
            <a:chOff x="609600" y="5715000"/>
            <a:chExt cx="10972800" cy="571500"/>
          </a:xfrm>
        </p:grpSpPr>
        <p:sp>
          <p:nvSpPr>
            <p:cNvPr id="28" name="Rectangle 28"/>
            <p:cNvSpPr/>
            <p:nvPr/>
          </p:nvSpPr>
          <p:spPr>
            <a:xfrm>
              <a:off x="609600" y="5715000"/>
              <a:ext cx="10972800" cy="571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9638" y="6017895"/>
              <a:ext cx="53838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工程化要点：业务逻辑统一收口在 Service 层；启动即建表，不维护手写迁移脚本（run.py:10）。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20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098292" cy="738854"/>
            <a:chOff x="595122" y="501491"/>
            <a:chExt cx="309829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运行实例实测数据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1006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当前实例（MySQL wiki_platform）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0003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297418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已发布文档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2 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298031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累计浏览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16 次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3621881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问答记录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3 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935" y="3945731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历史版本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4 条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3935" y="4269581"/>
              <a:ext cx="1316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分类 / 标签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各 1 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8200" y="46196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3935" y="4593431"/>
              <a:ext cx="1948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数据快照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 xml:space="preserve"> 2026-08-27 18:30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22" name="Rectangle 2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6342" y="18926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端到端已验证链路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0003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2974181"/>
              <a:ext cx="201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写入链路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发布后立即生成向量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3298031"/>
              <a:ext cx="22657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召回链路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相似度返回 Top-K 片段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3621881"/>
              <a:ext cx="2119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生成链路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LLM 结合上下文作答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3945731"/>
              <a:ext cx="21524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首页数据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来自 /stats 实时聚合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4269581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会话保持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刷新无需重新登录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46196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8935" y="4593431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文档同步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6 份手册对齐当前代码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20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部署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部署与启动方式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本地启动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pip install -r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配置 .env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051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python run.py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容器化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526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docker-compose.yml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059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dev 版一键编排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数据库缓存同启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配置外置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062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DATABASE_URL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5646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MILVUS_HOST / PORT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317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OPENAI_BASE_URL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361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启动即就绪：自动建表 + 默认管理员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6772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run.py 启动时执行 db.create_all() 并保证 admin 账户存在，无需 flask db migrate 流程。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20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总结与展望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917382"/>
            <a:ext cx="2117970" cy="322707"/>
            <a:chOff x="601218" y="1917382"/>
            <a:chExt cx="2117970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173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5761" y="1941671"/>
              <a:ext cx="15834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沉淀知识 · 问得准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50782"/>
            <a:ext cx="2779863" cy="322707"/>
            <a:chOff x="601218" y="2450782"/>
            <a:chExt cx="2779863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507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5761" y="2475071"/>
              <a:ext cx="22453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30 接口 · 9 张表 · 9 视图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84182"/>
            <a:ext cx="2449568" cy="322707"/>
            <a:chOff x="601218" y="2984182"/>
            <a:chExt cx="2449568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841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5761" y="3008471"/>
              <a:ext cx="19150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RAG + Milvus + LCEL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68618" y="1917382"/>
            <a:ext cx="2882612" cy="322707"/>
            <a:chOff x="6468618" y="1917382"/>
            <a:chExt cx="2882612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468618" y="19173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03161" y="1941671"/>
              <a:ext cx="23480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启动即建表 · 实测数据跑通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2450782"/>
            <a:ext cx="2670901" cy="322707"/>
            <a:chOff x="6468618" y="2450782"/>
            <a:chExt cx="2670901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24507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03161" y="2475071"/>
              <a:ext cx="21363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文档齐备 · 6 份技术手册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984182"/>
            <a:ext cx="2651785" cy="322707"/>
            <a:chOff x="6468618" y="2984182"/>
            <a:chExt cx="2651785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9841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03161" y="300847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下一步：权限细化与评估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4743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LLM Wiki 知识管理平台 · 项目介绍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uild">
  <a:themeElements>
    <a:clrScheme name="buil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il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il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2026-09-12T15:45:55Z</dcterms:created>
  <dcterms:modified xsi:type="dcterms:W3CDTF">2026-09-12T15:45:55Z</dcterms:modified>
  <cp:category/>
  <cp:contentStatus/>
</cp:coreProperties>
</file>